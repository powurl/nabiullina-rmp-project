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E0ECE-1BE6-4C08-8A63-F9048EE36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62D22C-13F8-4A22-8E02-D5014B6A3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BAB772-DEC0-4C97-B36E-8B414F5D2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3223BD-52A2-4BD2-81B1-6D90D2B3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FF22E8-6F6F-4772-BE8C-80DF2D81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97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BE01C-EE3A-4225-AB74-4B4978F1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FEB303-F306-4DEE-B9E0-790FAB135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DB9C73-329F-4D65-8C29-AB5A8EEC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5318FE-87E9-417E-8DDE-49077E5B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C859BD-E782-49AC-A6C4-9723093D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40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04AE3-D1B5-493E-89BC-B14EC7E5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B771AE-69F6-4413-8406-30D8B1B0D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9689FA-17BA-4303-8C46-3F82EED4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6F332-FD65-4351-9F34-01E36297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6CB568-29DF-44B3-B5E5-70B22619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03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8FB5D-FFB3-4834-9AF5-F564AE04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E61F8F-430E-46A7-A4C8-88B208C0C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8C8603-A53C-4B3C-9CE0-BF8700BBE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98F6BB-EFBC-40D7-836E-3F568AA74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BED8A6-D1E1-40BE-9944-E39A7AC0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F15518-ABA7-463C-B94A-3F1F275D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61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98558-F9AE-4B0F-88A8-0C0C2D9F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40095C-7477-4DF9-95A5-2BB6ED035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A7023B-0C8E-4EE8-8369-DD8AF8D67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7C54D63-32AE-492A-AA37-F8159449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D3B6F6F-5325-4EC1-B379-C140CDBFD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3B418D-21E6-4B4C-9904-F34E58609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0B8641-8EA1-4433-A47A-4E29571D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C5CEABE-2B0C-4251-A0D0-FBFE40CE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83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EE64F-7B5E-442D-9A24-79786B56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1AEBF1-6401-417C-AF21-31CD0E33D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2E52AC-8BB7-40D1-ADC6-01C0DED45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CAB6B9-E8C8-48D4-91C0-B9F679B2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71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EFCD1C-74D2-4FF5-AEAA-9DFC49AF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0ADEE5-5B44-409E-A41F-BF27FDC7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F1EE08-AAD2-45B2-A253-1BC10F0B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0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8DF10-7935-44DE-8835-5F23758F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76657-51F9-4625-A761-B0C679466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4F32B4-E3CD-42A9-B229-685C285EA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75F691-BF3C-42EC-B121-D0C3D57A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EC12AE-E582-4F71-ACFA-C783A419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638FA1-0778-4CA8-953C-9DA694F5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28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44E3F-A2F1-4C3C-B0D2-8CDF8E93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B9BE13-5C0A-4D6C-8A6C-A53D1131F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D120ED-8595-4060-8CCC-77383F710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7126BF-CB0C-4A3A-8638-D91E5AA7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837149-043C-45EC-8B57-C57AF766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31E2AA-EE21-41E8-A178-09D4ACF3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69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EC364F-5785-4A33-80E2-309F23B68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D6D956-04D6-4253-AB20-403A65863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5D6A35-1BF6-422A-9798-E4BC0771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3FAB40-4746-4CF1-BFBD-5B6ED7A9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1D0CD-E5CC-4B95-A3D4-ABF8B023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54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0997CB-226E-409F-B8DB-680E0335B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C557CC-C81E-4C17-9F78-18ACAA8A8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00CEF0-BD07-4ECA-905A-5B68A2569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35B63E-C6A8-4BF6-8B47-E681A915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39C3A2-1262-4F33-8524-9827A073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24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5EBCF-0437-4F87-AF87-A10F64B0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2423AC-0866-4217-94D7-700EA3EFB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FF147-313F-45EF-A6C6-C55A3ACA0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6C96D-C58B-4636-8AD2-2F4F060A3BD6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816444-36EC-4D75-A544-49E0FF249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BD8F89-23EA-4495-99BE-DAD4ACDA5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E33F5-F447-496A-AC97-BEB7C9144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47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6AA2D-3D2E-4858-A439-554ED1DB9F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EAF563-DD28-448E-BF90-70AC25910B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C289FA-0BD3-4DC4-9532-063B7C36C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92"/>
            <a:ext cx="8812306" cy="473908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CB1250-36A8-4DF2-A0E8-612C507CC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318" y="1980246"/>
            <a:ext cx="8529136" cy="454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5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F96772-6F41-433C-ADBF-32DF40C6C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416" r="13903"/>
          <a:stretch/>
        </p:blipFill>
        <p:spPr>
          <a:xfrm>
            <a:off x="2093158" y="5244009"/>
            <a:ext cx="10269383" cy="168776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A1B98-FF58-42F7-A30B-7919DC4A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87362-556F-4C45-9F50-A83DF94EA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67675D-06F8-4B41-B557-F329BA615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38" y="309370"/>
            <a:ext cx="7763958" cy="27626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040F8B-A113-4BA4-8F1F-F9779A9C2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158" y="3072006"/>
            <a:ext cx="10269383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4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DA9D4-3854-45C3-AF46-07E050E9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5B714A-C6F1-409E-B87A-A3D8B98DE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5DA48E-32DD-4889-B4C0-844247FB74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489" r="14029"/>
          <a:stretch/>
        </p:blipFill>
        <p:spPr>
          <a:xfrm>
            <a:off x="81288" y="4855840"/>
            <a:ext cx="12110713" cy="17430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CE0547-1F61-4EEC-9702-764C93030A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414"/>
          <a:stretch/>
        </p:blipFill>
        <p:spPr>
          <a:xfrm>
            <a:off x="81288" y="876168"/>
            <a:ext cx="12110714" cy="39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9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1D3CF-DF64-42D8-A32E-F09EE37A3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A079B7-7B40-4524-8356-F2F0C5FC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31950B-393A-471F-A3BE-C200A0617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883"/>
          <a:stretch/>
        </p:blipFill>
        <p:spPr>
          <a:xfrm>
            <a:off x="208835" y="4292314"/>
            <a:ext cx="11774330" cy="13842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A7435A-F0CB-466A-ABAC-40B789F8E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35" y="475737"/>
            <a:ext cx="11855272" cy="384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15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D0CFF-AA01-4EC4-B46F-43214565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3C5641-092B-40E5-AB37-F4EF65962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A605C7-4B3B-4FA0-8A24-4852DE8D8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28"/>
            <a:ext cx="12192000" cy="655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438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CD3D7-E6AA-44EE-BC21-4EAEE526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A8A32B-02BE-495D-97A0-7947991A8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D6F82E-A45E-4BA8-B69D-DB49879C1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491"/>
            <a:ext cx="12192000" cy="65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6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3C381-80A8-4BE7-9F6A-A5AF5199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C27E6D-A56F-4CC5-8581-35B545A9D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26E2DD-8AA4-4B9B-B351-0342D28D8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612"/>
            <a:ext cx="7747866" cy="40430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47C27A-FDBF-48E3-95FD-E2D9EF309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25" y="3425651"/>
            <a:ext cx="8029073" cy="71604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96B634-8FED-4516-A499-1EB6DF0A1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530" y="3676206"/>
            <a:ext cx="3724795" cy="318179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0365E2-C252-4E1B-A245-CC7BCD1F47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872" y="4966359"/>
            <a:ext cx="3296110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21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6B737-9935-40B9-AC61-F30A9237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007CA59-E18F-49C8-BBFE-39772C8E3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7005" y="3290279"/>
            <a:ext cx="4086795" cy="3181794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978642-295C-4A05-BE7D-3CD3637EC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48"/>
            <a:ext cx="5300416" cy="38036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3B8896-B0CA-45D5-A484-5932FCB8D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834" y="2645432"/>
            <a:ext cx="7293832" cy="68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19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B9919-6578-4BA9-B9A9-82B9432F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21646-C842-412E-91AA-90DCE7A6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A2CCBFC-F2B8-418D-BDB2-41EBFF026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8" y="65094"/>
            <a:ext cx="5163671" cy="36542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E9B582-A34F-4C0E-9B6B-74FE21BD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743" y="663741"/>
            <a:ext cx="4261278" cy="31194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DA466D-B336-41B4-BFA5-41FB88B62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54321"/>
            <a:ext cx="3768134" cy="215507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B689AC0-322E-4A94-9DE2-06905B696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904" y="97690"/>
            <a:ext cx="2909683" cy="199083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2C9BE30-3F7B-4BC5-A4BA-FCFCB913B5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40827" t="-3980" r="40827" b="3980"/>
          <a:stretch/>
        </p:blipFill>
        <p:spPr>
          <a:xfrm>
            <a:off x="-1636696" y="5039654"/>
            <a:ext cx="10515600" cy="150516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D707D74-BD90-4757-BB7F-5D22A979F4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868" y="3657153"/>
            <a:ext cx="4096322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6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3B295-529B-4A76-BC56-D5F36ABA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FC196F-C40B-4209-9E2D-A4F1D8757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E6E04A-C06D-4CF9-AE43-15EEA27FD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850"/>
            <a:ext cx="4696480" cy="56491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3867FF-8AC8-4B13-9027-E391C6538C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487"/>
          <a:stretch/>
        </p:blipFill>
        <p:spPr>
          <a:xfrm>
            <a:off x="4696480" y="365125"/>
            <a:ext cx="7495520" cy="17041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B67EFB-2536-4B88-A73E-D40DECADB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480" y="2069292"/>
            <a:ext cx="4844684" cy="19478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1AA227-476B-46B1-BCD2-AB5F33AEA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4576" y="2069292"/>
            <a:ext cx="3847424" cy="21267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00ED7CB-CC5A-44EB-891C-C5B1BA338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6480" y="3984159"/>
            <a:ext cx="7495520" cy="204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44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F4109-DE7F-40DC-BB4B-0FA69C4B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B065BF-C754-47E2-9087-01D07AE6F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C9ED3B-CD7C-4492-8A82-F5AAEC39E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5" y="154057"/>
            <a:ext cx="6490726" cy="51660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C93C8D-4977-4DA1-8E50-0CC87A97E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014" y="365125"/>
            <a:ext cx="6868690" cy="43513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E09ED1-DC1D-434E-BB16-5A2C597E0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783" y="4216890"/>
            <a:ext cx="5688217" cy="262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3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172A9-58DD-41B2-A7D5-A65C10B7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53862C-BF9C-42FC-9154-8425FED71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341B2E-CB13-436D-A44C-AA3422901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5" y="260564"/>
            <a:ext cx="6782747" cy="36295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E57903-5A07-4CA1-A9DA-E71A984B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230" y="365125"/>
            <a:ext cx="4620270" cy="30579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BEEC26-937D-4E38-B172-B2ED9FC12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99949"/>
            <a:ext cx="3524742" cy="186716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86BB9A-4977-4C8E-A1B7-0D19A6348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30" y="4018975"/>
            <a:ext cx="4296375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4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B5F57-7DEC-4A3C-B550-BE0CCCEC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DF72E-CD5D-4335-9E3F-1DF533805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620F9B-A616-4D46-9C9C-61C3E4F86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07" y="230188"/>
            <a:ext cx="7276395" cy="17420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E6DD63-1DB8-4AC1-B3F9-09F9C4A0E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406" y="230188"/>
            <a:ext cx="4370366" cy="408183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301E37-7D83-4455-B146-FD8916B43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97" y="4555186"/>
            <a:ext cx="11776603" cy="162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51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6F4F0-13DE-480C-A32B-E99AAB45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A20CF-53A1-4939-9326-848610D62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A4A3F1-C6C4-4DA6-9002-511AB3D89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70" y="139158"/>
            <a:ext cx="6646166" cy="31778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250DCB-C9D0-4066-9486-70A390AF3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475" y="139158"/>
            <a:ext cx="4591691" cy="51442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E38A15-3CEA-4837-9427-A0FDAC7D1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39" y="4905055"/>
            <a:ext cx="8089473" cy="100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51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FC064-8AE3-4DB8-AE8B-F5D38D028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67FD6-1B0A-4D54-B3B2-CC8945286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5582CF-0991-454A-A769-B38F90D3D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2" y="228799"/>
            <a:ext cx="4115141" cy="43562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18016D-D3E6-4D9E-8009-3BC1160CB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482" y="228799"/>
            <a:ext cx="5820587" cy="589679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B501B0-C1C3-4C46-ABE1-BD72CA2D8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902" y="6256052"/>
            <a:ext cx="6392167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09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DB021-F2D2-4AC0-A5CD-385182A3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4AE00-63B3-47D0-8D88-DA3F8739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E678E6-11ED-4152-90F1-E242C242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985" y="1289095"/>
            <a:ext cx="7774157" cy="312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738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C2B3E-A4B7-4C2F-BFD6-FC865D95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5739951-D3C1-4BE6-AB38-A796E06665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175" y="290736"/>
            <a:ext cx="3825013" cy="620213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93E767-5B2A-4E6F-BA61-0DC62D024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155" y="214405"/>
            <a:ext cx="4887007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2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B8F45-B763-49E4-9970-C45DA89F8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D1AB2E-3EDB-4A80-9BB9-510AAE03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512" y="-48445"/>
            <a:ext cx="5711717" cy="32853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56AE8D-6230-44CF-BCAB-E6CDDBCF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661" y="0"/>
            <a:ext cx="7051057" cy="4534533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72CC0836-D3A3-4490-B824-1BB31B50D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990392" y="3337988"/>
            <a:ext cx="4666574" cy="3123339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67E4DCD-9DC3-4BEE-86BE-EB6C17107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78" y="2819792"/>
            <a:ext cx="4559202" cy="367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06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11A0-994D-4DA2-8348-3FE1CE10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5EE76D-184D-4F18-BBE6-3478C0E5A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7532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Office PowerPoint</Application>
  <PresentationFormat>Широкоэкранный</PresentationFormat>
  <Paragraphs>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Tolya</dc:creator>
  <cp:lastModifiedBy>Tolya</cp:lastModifiedBy>
  <cp:revision>9</cp:revision>
  <dcterms:created xsi:type="dcterms:W3CDTF">2026-05-06T21:47:52Z</dcterms:created>
  <dcterms:modified xsi:type="dcterms:W3CDTF">2026-05-06T23:53:30Z</dcterms:modified>
</cp:coreProperties>
</file>